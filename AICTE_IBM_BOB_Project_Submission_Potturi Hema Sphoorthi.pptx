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53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86278241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POTTURI HEMA SPHOORTHI</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dirty="0"/>
                        <a:t>AICTE:hemasphoorthi15@gmail.com</a:t>
                      </a:r>
                    </a:p>
                    <a:p>
                      <a:pPr marL="0" marR="0" lvl="0" indent="0" algn="l" rtl="0">
                        <a:spcBef>
                          <a:spcPts val="0"/>
                        </a:spcBef>
                        <a:spcAft>
                          <a:spcPts val="0"/>
                        </a:spcAft>
                        <a:buNone/>
                      </a:pPr>
                      <a:r>
                        <a:rPr lang="en-US" sz="1600" dirty="0"/>
                        <a:t>IBM:hemasphoorthi07@gmail.com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8248816412</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03830" y="3595457"/>
            <a:ext cx="967666" cy="1029144"/>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69931"/>
            <a:ext cx="9581177" cy="523220"/>
          </a:xfrm>
          <a:prstGeom prst="rect">
            <a:avLst/>
          </a:prstGeom>
          <a:noFill/>
        </p:spPr>
        <p:txBody>
          <a:bodyPr wrap="square" rtlCol="0">
            <a:spAutoFit/>
          </a:bodyPr>
          <a:lstStyle/>
          <a:p>
            <a:r>
              <a:rPr lang="en-US" sz="2400" b="1" dirty="0"/>
              <a:t>Project Tile –            </a:t>
            </a:r>
            <a:r>
              <a:rPr lang="en-US" sz="2800" b="1" dirty="0">
                <a:highlight>
                  <a:srgbClr val="FFFF00"/>
                </a:highlight>
              </a:rPr>
              <a:t>FITNESS BUDDY</a:t>
            </a:r>
            <a:endParaRPr lang="en-IN" sz="28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r>
              <a:rPr lang="en-US" b="1" dirty="0"/>
              <a:t>Problem Statement No. 13 – Fitness Buddy</a:t>
            </a:r>
          </a:p>
          <a:p>
            <a:r>
              <a:rPr lang="en-US" b="1" dirty="0"/>
              <a:t>The Challenge</a:t>
            </a:r>
          </a:p>
          <a:p>
            <a:r>
              <a:rPr lang="en-US" dirty="0"/>
              <a:t>In today’s fast-paced world, many individuals struggle to maintain a healthy lifestyle due to </a:t>
            </a:r>
            <a:r>
              <a:rPr lang="en-US" b="1" dirty="0"/>
              <a:t>lack of personalized guidance, time constraints, and inconsistent motivation</a:t>
            </a:r>
            <a:r>
              <a:rPr lang="en-US" dirty="0"/>
              <a:t>. Traditional fitness solutions may require expensive subscriptions, in-person consultations, or fixed schedules that do not adapt to individual needs.</a:t>
            </a:r>
          </a:p>
          <a:p>
            <a:r>
              <a:rPr lang="en-US" dirty="0"/>
              <a:t>There is a growing need for an </a:t>
            </a:r>
            <a:r>
              <a:rPr lang="en-US" b="1" dirty="0"/>
              <a:t>accessible and intelligent virtual fitness assistant</a:t>
            </a:r>
            <a:r>
              <a:rPr lang="en-US" dirty="0"/>
              <a:t> that provides on-demand fitness advice, healthy lifestyle suggestions, and basic nutrition guidance tailored to users.</a:t>
            </a:r>
          </a:p>
          <a:p>
            <a:r>
              <a:rPr lang="en-US" b="1" dirty="0"/>
              <a:t>The Objective</a:t>
            </a:r>
          </a:p>
          <a:p>
            <a:r>
              <a:rPr lang="en-US" dirty="0"/>
              <a:t>Build an </a:t>
            </a:r>
            <a:r>
              <a:rPr lang="en-US" b="1" dirty="0"/>
              <a:t>AI-powered Fitness Agent</a:t>
            </a:r>
            <a:r>
              <a:rPr lang="en-US" dirty="0"/>
              <a:t>, called </a:t>
            </a:r>
            <a:r>
              <a:rPr lang="en-US" b="1" dirty="0"/>
              <a:t>Fitness Buddy</a:t>
            </a:r>
            <a:r>
              <a:rPr lang="en-US" dirty="0"/>
              <a:t>, that provides </a:t>
            </a:r>
            <a:r>
              <a:rPr lang="en-US" b="1" dirty="0"/>
              <a:t>personalized fitness and lifestyle guidance</a:t>
            </a:r>
            <a:r>
              <a:rPr lang="en-US" dirty="0"/>
              <a:t>. The solution should:</a:t>
            </a:r>
          </a:p>
          <a:p>
            <a:r>
              <a:rPr lang="en-US" dirty="0"/>
              <a:t>• </a:t>
            </a:r>
            <a:r>
              <a:rPr lang="en-US" b="1" dirty="0"/>
              <a:t>Personalized Workout Plans</a:t>
            </a:r>
            <a:r>
              <a:rPr lang="en-US" dirty="0"/>
              <a:t> – Recommend home workouts based on fitness goals, preferences, and available time.</a:t>
            </a:r>
          </a:p>
          <a:p>
            <a:r>
              <a:rPr lang="en-US" dirty="0"/>
              <a:t>• </a:t>
            </a:r>
            <a:r>
              <a:rPr lang="en-US" b="1" dirty="0"/>
              <a:t>Motivation &amp; Inspiration</a:t>
            </a:r>
            <a:r>
              <a:rPr lang="en-US" dirty="0"/>
              <a:t> – Provide daily fitness tips and encouragement to help users stay consistent.</a:t>
            </a:r>
          </a:p>
          <a:p>
            <a:r>
              <a:rPr lang="en-US" dirty="0"/>
              <a:t>• </a:t>
            </a:r>
            <a:r>
              <a:rPr lang="en-US" b="1" dirty="0"/>
              <a:t>Nutrition Guidance</a:t>
            </a:r>
            <a:r>
              <a:rPr lang="en-US" dirty="0"/>
              <a:t> – Suggest simple and nutritious meal ideas based on fitness goals.</a:t>
            </a:r>
          </a:p>
          <a:p>
            <a:r>
              <a:rPr lang="en-US" dirty="0"/>
              <a:t>• </a:t>
            </a:r>
            <a:r>
              <a:rPr lang="en-US" b="1" dirty="0"/>
              <a:t>Habit Building</a:t>
            </a:r>
            <a:r>
              <a:rPr lang="en-US" dirty="0"/>
              <a:t> – Encourage healthy routines and consistency through personalized feedback.</a:t>
            </a:r>
          </a:p>
          <a:p>
            <a:r>
              <a:rPr lang="en-US" dirty="0"/>
              <a:t>• </a:t>
            </a:r>
            <a:r>
              <a:rPr lang="en-US" b="1" dirty="0"/>
              <a:t>Multi-Agent System</a:t>
            </a:r>
            <a:r>
              <a:rPr lang="en-US" dirty="0"/>
              <a:t> –</a:t>
            </a:r>
          </a:p>
          <a:p>
            <a:r>
              <a:rPr lang="en-US" dirty="0"/>
              <a:t>• </a:t>
            </a:r>
            <a:r>
              <a:rPr lang="en-US" b="1" dirty="0"/>
              <a:t>Workout Recommendation Agent</a:t>
            </a:r>
            <a:r>
              <a:rPr lang="en-US" dirty="0"/>
              <a:t> – Provides personalized workout routines.</a:t>
            </a:r>
          </a:p>
          <a:p>
            <a:r>
              <a:rPr lang="en-US" dirty="0"/>
              <a:t>• </a:t>
            </a:r>
            <a:r>
              <a:rPr lang="en-US" b="1" dirty="0"/>
              <a:t>Motivation Agent</a:t>
            </a:r>
            <a:r>
              <a:rPr lang="en-US" dirty="0"/>
              <a:t> – Provides encouragement and fitness inspiration.</a:t>
            </a:r>
          </a:p>
          <a:p>
            <a:r>
              <a:rPr lang="en-US" dirty="0"/>
              <a:t>• </a:t>
            </a:r>
            <a:r>
              <a:rPr lang="en-US" b="1" dirty="0"/>
              <a:t>Nutrition Guidance Agent</a:t>
            </a:r>
            <a:r>
              <a:rPr lang="en-US" dirty="0"/>
              <a:t> – Suggests healthy meal ideas.</a:t>
            </a:r>
          </a:p>
          <a:p>
            <a:r>
              <a:rPr lang="en-US" dirty="0"/>
              <a:t>• </a:t>
            </a:r>
            <a:r>
              <a:rPr lang="en-US" b="1" dirty="0"/>
              <a:t>Habit &amp; Progress Agent</a:t>
            </a:r>
            <a:r>
              <a:rPr lang="en-US" dirty="0"/>
              <a:t> – Supports habit-building and provides progress feedback.</a:t>
            </a:r>
          </a:p>
          <a:p>
            <a:r>
              <a:rPr lang="en-US" b="1" dirty="0"/>
              <a:t>Technology</a:t>
            </a:r>
          </a:p>
          <a:p>
            <a:r>
              <a:rPr lang="en-US" dirty="0"/>
              <a:t>The solution uses </a:t>
            </a:r>
            <a:r>
              <a:rPr lang="en-US" b="1" dirty="0"/>
              <a:t>IBM Cloud Lite services, IBM watsonx.ai, and IBM Granite Models</a:t>
            </a:r>
            <a:r>
              <a:rPr lang="en-US" dirty="0"/>
              <a:t>. </a:t>
            </a:r>
            <a:r>
              <a:rPr lang="en-US" b="1" dirty="0"/>
              <a:t>IBM Bob</a:t>
            </a:r>
            <a:r>
              <a:rPr lang="en-US" dirty="0"/>
              <a:t> is used to build and develop the Fitness Buddy agent, providing an intelligent and interactive fitness assistant.</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78423"/>
          </a:xfrm>
          <a:prstGeom prst="rect">
            <a:avLst/>
          </a:prstGeom>
          <a:noFill/>
        </p:spPr>
        <p:txBody>
          <a:bodyPr wrap="square" rtlCol="0">
            <a:spAutoFit/>
          </a:bodyPr>
          <a:lstStyle/>
          <a:p>
            <a:r>
              <a:rPr lang="en-US" b="1" dirty="0"/>
              <a:t>Proposed Solution: AI-Powered Fitness Agent</a:t>
            </a:r>
          </a:p>
          <a:p>
            <a:r>
              <a:rPr lang="en-US" dirty="0"/>
              <a:t>The proposed solution is an </a:t>
            </a:r>
            <a:r>
              <a:rPr lang="en-US" b="1" dirty="0"/>
              <a:t>AI-powered Fitness Agent</a:t>
            </a:r>
            <a:r>
              <a:rPr lang="en-US" dirty="0"/>
              <a:t>, called </a:t>
            </a:r>
            <a:r>
              <a:rPr lang="en-US" b="1" dirty="0"/>
              <a:t>Fitness Buddy</a:t>
            </a:r>
            <a:r>
              <a:rPr lang="en-US" dirty="0"/>
              <a:t>, built using </a:t>
            </a:r>
            <a:r>
              <a:rPr lang="en-US" b="1" dirty="0"/>
              <a:t>IBM Bob, IBM watsonx.ai, and Granite Models</a:t>
            </a:r>
            <a:r>
              <a:rPr lang="en-US" dirty="0"/>
              <a:t> to provide personalized, accessible, and on-demand fitness and lifestyle guidance. The system addresses common challenges such as lack of personalized guidance, time constraints, inconsistent motivation, and difficulty maintaining healthy habits.</a:t>
            </a:r>
          </a:p>
          <a:p>
            <a:r>
              <a:rPr lang="en-US" dirty="0"/>
              <a:t>At its core, the solution uses an </a:t>
            </a:r>
            <a:r>
              <a:rPr lang="en-US" b="1" dirty="0"/>
              <a:t>AI-powered conversational approach</a:t>
            </a:r>
            <a:r>
              <a:rPr lang="en-US" dirty="0"/>
              <a:t> to understand user inputs and provide relevant fitness recommendations. The agent can analyze information such as the user's fitness goals, preferences, available time, and daily routine to generate practical and personalized suggestions.</a:t>
            </a:r>
          </a:p>
          <a:p>
            <a:r>
              <a:rPr lang="en-US" dirty="0"/>
              <a:t>The system consists of four key capabilities:</a:t>
            </a:r>
          </a:p>
          <a:p>
            <a:r>
              <a:rPr lang="en-US" b="1" dirty="0"/>
              <a:t>Workout Recommendation Agent</a:t>
            </a:r>
            <a:r>
              <a:rPr lang="en-US" dirty="0"/>
              <a:t> recommends home workouts and exercise routines based on the user's fitness goals, experience level, available time, and preferences.</a:t>
            </a:r>
          </a:p>
          <a:p>
            <a:r>
              <a:rPr lang="en-US" b="1" dirty="0"/>
              <a:t>Motivation &amp; Habit Agent</a:t>
            </a:r>
            <a:r>
              <a:rPr lang="en-US" dirty="0"/>
              <a:t> provides daily fitness inspiration, motivational tips, and reminders to help users stay consistent and build sustainable healthy habits.</a:t>
            </a:r>
          </a:p>
          <a:p>
            <a:r>
              <a:rPr lang="en-US" b="1" dirty="0"/>
              <a:t>Nutrition Guidance Agent</a:t>
            </a:r>
            <a:r>
              <a:rPr lang="en-US" dirty="0"/>
              <a:t> suggests simple and nutritious meal ideas based on the user's fitness goals and lifestyle, supporting a balanced approach to health and fitness.</a:t>
            </a:r>
          </a:p>
          <a:p>
            <a:r>
              <a:rPr lang="en-US" b="1" dirty="0"/>
              <a:t>Fitness Tracking &amp; Feedback Agent</a:t>
            </a:r>
            <a:r>
              <a:rPr lang="en-US" dirty="0"/>
              <a:t> allows users to share their progress, receive feedback, and get actionable recommendations to improve their workout consistency and overall fitness journey.</a:t>
            </a:r>
          </a:p>
          <a:p>
            <a:r>
              <a:rPr lang="en-US" dirty="0"/>
              <a:t>The solution includes a </a:t>
            </a:r>
            <a:r>
              <a:rPr lang="en-US" b="1" dirty="0"/>
              <a:t>user-friendly conversational interface</a:t>
            </a:r>
            <a:r>
              <a:rPr lang="en-US" dirty="0"/>
              <a:t> where users can interact with Fitness Buddy and receive personalized fitness and lifestyle recommendations in real time. The system can also track user goals and progress, helping users stay motivated and maintain consistency over time.</a:t>
            </a:r>
          </a:p>
          <a:p>
            <a:r>
              <a:rPr lang="en-US" b="1" dirty="0"/>
              <a:t>IBM Bob</a:t>
            </a:r>
            <a:r>
              <a:rPr lang="en-US" dirty="0"/>
              <a:t> is used to build and orchestrate the AI agent workflows, while </a:t>
            </a:r>
            <a:r>
              <a:rPr lang="en-US" b="1" dirty="0"/>
              <a:t>IBM watsonx.ai and Granite Models</a:t>
            </a:r>
            <a:r>
              <a:rPr lang="en-US" dirty="0"/>
              <a:t> provide the intelligence required for understanding user inputs, generating personalized recommendations, and delivering conversational guidance. The solution can be developed using </a:t>
            </a:r>
            <a:r>
              <a:rPr lang="en-US" b="1" dirty="0"/>
              <a:t>IBM Cloud Lite services</a:t>
            </a:r>
            <a:r>
              <a:rPr lang="en-US" dirty="0"/>
              <a:t> to support the required cloud-based AI capabilities.</a:t>
            </a:r>
          </a:p>
          <a:p>
            <a:r>
              <a:rPr lang="en-US" dirty="0"/>
              <a:t>Overall, </a:t>
            </a:r>
            <a:r>
              <a:rPr lang="en-US" b="1" dirty="0"/>
              <a:t>Fitness Buddy</a:t>
            </a:r>
            <a:r>
              <a:rPr lang="en-US" dirty="0"/>
              <a:t> delivers an accessible and intelligent virtual fitness companion that helps users make healthier choices, follow personalized workouts, improve consistency, and work toward their fitness goals anytime and anywhere.</a:t>
            </a:r>
          </a:p>
          <a:p>
            <a:endParaRPr lang="en-US"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1200329"/>
          </a:xfrm>
          <a:prstGeom prst="rect">
            <a:avLst/>
          </a:prstGeom>
          <a:noFill/>
        </p:spPr>
        <p:txBody>
          <a:bodyPr wrap="square" rtlCol="0">
            <a:spAutoFit/>
          </a:bodyPr>
          <a:lstStyle/>
          <a:p>
            <a:r>
              <a:rPr lang="en-US" sz="2400" b="1" dirty="0"/>
              <a:t>Proposed Solution -AI-Powered Fitness Agent</a:t>
            </a:r>
          </a:p>
          <a:p>
            <a:endParaRPr lang="en-IN" sz="2400" b="1" dirty="0"/>
          </a:p>
          <a:p>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endParaRPr lang="en-US" sz="1800" dirty="0"/>
          </a:p>
          <a:p>
            <a:pPr lvl="0"/>
            <a:r>
              <a:rPr lang="en-US" sz="1800" b="1" dirty="0"/>
              <a:t>IBM Bob Platform</a:t>
            </a:r>
            <a:r>
              <a:rPr lang="en-US" sz="1800" dirty="0"/>
              <a:t> – For designing and orchestrating the Fitness Buddy’s multi-agent workflows visually, enabling different agents to work together for personalized fitness and wellness assistance.</a:t>
            </a:r>
          </a:p>
          <a:p>
            <a:pPr lvl="0"/>
            <a:endParaRPr lang="en-US" sz="1800" dirty="0"/>
          </a:p>
          <a:p>
            <a:pPr lvl="0"/>
            <a:r>
              <a:rPr lang="en-US" sz="1800" b="1" dirty="0"/>
              <a:t>IBM Granite Model</a:t>
            </a:r>
            <a:r>
              <a:rPr lang="en-US" sz="1800" dirty="0"/>
              <a:t> – For example, </a:t>
            </a:r>
            <a:r>
              <a:rPr lang="en-US" sz="1800" b="1" dirty="0"/>
              <a:t>IBM Granite 4-H small</a:t>
            </a:r>
            <a:r>
              <a:rPr lang="en-US" sz="1800" dirty="0"/>
              <a:t> – For natural language understanding, reasoning, and personalization, helping Fitness Buddy understand user queries and provide relevant fitness recommendations.</a:t>
            </a:r>
          </a:p>
          <a:p>
            <a:pPr lvl="0"/>
            <a:endParaRPr lang="en-US" sz="1800" dirty="0"/>
          </a:p>
          <a:p>
            <a:pPr lvl="0"/>
            <a:r>
              <a:rPr lang="en-US" sz="1800" b="1" dirty="0"/>
              <a:t>IBM Cloud</a:t>
            </a:r>
            <a:r>
              <a:rPr lang="en-US" sz="1800" dirty="0"/>
              <a:t> – It provides the infrastructure to build, deploy, and scale the Fitness Buddy application efficiently. IBM Cloud enables a reliable, secure, and scalable environment for running the Fitness Buddy agents and services.</a:t>
            </a:r>
          </a:p>
          <a:p>
            <a:pPr lvl="0"/>
            <a:r>
              <a:rPr lang="en-US" sz="1800" b="1" dirty="0"/>
              <a:t>RAG (Retrieval-Augmented Generation)</a:t>
            </a:r>
            <a:r>
              <a:rPr lang="en-US" sz="1800" dirty="0"/>
              <a:t> – Used to retrieve relevant and reliable fitness and nutrition information from available data sources before generating responses, making Fitness Buddy’s recommendations more informative, accurate, and trustworthy.</a:t>
            </a:r>
          </a:p>
          <a:p>
            <a:pPr lvl="0"/>
            <a:r>
              <a:rPr lang="en-US" sz="1800" b="1" dirty="0"/>
              <a:t>Multi-Agent System</a:t>
            </a:r>
            <a:r>
              <a:rPr lang="en-US" sz="1800" dirty="0"/>
              <a:t> – Enables different specialized agents to handle tasks such as workout planning, nutrition guidance, fitness recommendations, and user personalization, working together to provide a complete fitness experience.</a:t>
            </a:r>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rcRect/>
          <a:stretch/>
        </p:blipFill>
        <p:spPr>
          <a:xfrm>
            <a:off x="1482379" y="863187"/>
            <a:ext cx="8925387" cy="533658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rcRect/>
          <a:stretch/>
        </p:blipFill>
        <p:spPr>
          <a:xfrm>
            <a:off x="1608525" y="862241"/>
            <a:ext cx="8974950" cy="531935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940154" y="400546"/>
            <a:ext cx="9579757"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rcRect/>
          <a:stretch/>
        </p:blipFill>
        <p:spPr>
          <a:xfrm>
            <a:off x="2601157" y="1053082"/>
            <a:ext cx="7093259" cy="556078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663089"/>
          </a:xfrm>
          <a:prstGeom prst="rect">
            <a:avLst/>
          </a:prstGeom>
          <a:noFill/>
        </p:spPr>
        <p:txBody>
          <a:bodyPr wrap="square" rtlCol="0">
            <a:spAutoFit/>
          </a:bodyPr>
          <a:lstStyle/>
          <a:p>
            <a:r>
              <a:rPr lang="en-US" b="1" dirty="0"/>
              <a:t>Role of Agentic AI in Fitness Agent</a:t>
            </a:r>
          </a:p>
          <a:p>
            <a:endParaRPr lang="en-US" b="1" dirty="0"/>
          </a:p>
          <a:p>
            <a:r>
              <a:rPr lang="en-US" sz="1600" b="1" dirty="0"/>
              <a:t>Agentic AI</a:t>
            </a:r>
            <a:r>
              <a:rPr lang="en-US" sz="1600" dirty="0"/>
              <a:t> enables the Fitness Buddy to function as an intelligent, goal-oriented system rather than a simple chatbot. Using </a:t>
            </a:r>
            <a:r>
              <a:rPr lang="en-US" sz="1600" b="1" dirty="0"/>
              <a:t>IBM watsonx.ai and IBM Granite models</a:t>
            </a:r>
            <a:r>
              <a:rPr lang="en-US" sz="1600" dirty="0"/>
              <a:t>, it provides personalized fitness guidance and intelligently handles different fitness-related tasks.</a:t>
            </a:r>
          </a:p>
          <a:p>
            <a:r>
              <a:rPr lang="en-US" sz="1600" dirty="0"/>
              <a:t>The system consists of specialized capabilities—such as recommending workouts, providing motivation, suggesting healthy meals, and tracking fitness progress—that work together to address different user needs. This </a:t>
            </a:r>
            <a:r>
              <a:rPr lang="en-US" sz="1600" b="1" dirty="0"/>
              <a:t>multi-agent approach</a:t>
            </a:r>
            <a:r>
              <a:rPr lang="en-US" sz="1600" dirty="0"/>
              <a:t> helps the system provide relevant and personalized responses efficiently.</a:t>
            </a:r>
          </a:p>
          <a:p>
            <a:r>
              <a:rPr lang="en-US" sz="1600" dirty="0"/>
              <a:t>Agentic AI also brings </a:t>
            </a:r>
            <a:r>
              <a:rPr lang="en-US" sz="1600" b="1" dirty="0"/>
              <a:t>context awareness</a:t>
            </a:r>
            <a:r>
              <a:rPr lang="en-US" sz="1600" dirty="0"/>
              <a:t>, understanding user details such as fitness goals, preferences, available time, and daily routine to generate suitable recommendations. It supports </a:t>
            </a:r>
            <a:r>
              <a:rPr lang="en-US" sz="1600" b="1" dirty="0"/>
              <a:t>real-time adaptation</a:t>
            </a:r>
            <a:r>
              <a:rPr lang="en-US" sz="1600" dirty="0"/>
              <a:t>, updating workout and lifestyle suggestions based on user feedback and changing requirements.</a:t>
            </a:r>
          </a:p>
          <a:p>
            <a:r>
              <a:rPr lang="en-US" sz="1600" dirty="0"/>
              <a:t>Additionally, the system can combine information from different fitness activities to support better decision-making—for example, recommending appropriate workouts based on fitness goals and suggesting nutrition choices that complement the user's routine.</a:t>
            </a:r>
          </a:p>
          <a:p>
            <a:r>
              <a:rPr lang="en-US" sz="1600" dirty="0"/>
              <a:t>Overall, Agentic AI makes Fitness Buddy </a:t>
            </a:r>
            <a:r>
              <a:rPr lang="en-US" sz="1600" b="1" dirty="0"/>
              <a:t>personalized, adaptive, proactive, and goal-driven</a:t>
            </a:r>
            <a:r>
              <a:rPr lang="en-US" sz="1600" dirty="0"/>
              <a:t>, acting as a </a:t>
            </a:r>
            <a:r>
              <a:rPr lang="en-US" sz="1600" b="1" dirty="0"/>
              <a:t>smart digital fitness coach</a:t>
            </a:r>
            <a:r>
              <a:rPr lang="en-US" sz="1600" dirty="0"/>
              <a:t> that helps users stay motivated, build healthy habits, and achieve their fitness goals.</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13,677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162845" y="2453592"/>
            <a:ext cx="4998664" cy="2857500"/>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6609983" y="2451181"/>
            <a:ext cx="4823761"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949885" y="885593"/>
            <a:ext cx="10082391"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a:stretch/>
        </p:blipFill>
        <p:spPr>
          <a:xfrm>
            <a:off x="1287309" y="1004536"/>
            <a:ext cx="9042226"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1101878" y="800029"/>
            <a:ext cx="998824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16758"/>
          </a:xfrm>
          <a:prstGeom prst="rect">
            <a:avLst/>
          </a:prstGeom>
          <a:noFill/>
        </p:spPr>
        <p:txBody>
          <a:bodyPr wrap="square" rtlCol="0">
            <a:spAutoFit/>
          </a:bodyPr>
          <a:lstStyle/>
          <a:p>
            <a:r>
              <a:rPr lang="en-US" sz="1800" dirty="0"/>
              <a:t>The proposed </a:t>
            </a:r>
            <a:r>
              <a:rPr lang="en-US" sz="1800" b="1" dirty="0"/>
              <a:t>Fitness Buddy</a:t>
            </a:r>
            <a:r>
              <a:rPr lang="en-US" sz="1800" dirty="0"/>
              <a:t> stands out by combining </a:t>
            </a:r>
            <a:r>
              <a:rPr lang="en-US" sz="1800" b="1" dirty="0"/>
              <a:t>Agentic AI, personalization, and real-time fitness guidance</a:t>
            </a:r>
            <a:r>
              <a:rPr lang="en-US" sz="1800" dirty="0"/>
              <a:t> into a single intelligent system.</a:t>
            </a:r>
          </a:p>
          <a:p>
            <a:r>
              <a:rPr lang="en-US" sz="1800" b="1" dirty="0"/>
              <a:t>Multi-Agent Intelligence</a:t>
            </a:r>
            <a:r>
              <a:rPr lang="en-US" sz="1800" dirty="0"/>
              <a:t> – Instead of a single chatbot, multiple specialized agents work together to provide personalized workout, motivation, nutrition, and habit-building support.</a:t>
            </a:r>
          </a:p>
          <a:p>
            <a:r>
              <a:rPr lang="en-US" sz="1800" b="1" dirty="0"/>
              <a:t>Personalized Guidance</a:t>
            </a:r>
            <a:r>
              <a:rPr lang="en-US" sz="1800" dirty="0"/>
              <a:t> – Tailors workout routines and lifestyle suggestions based on the user's fitness goals, preferences, available time, and daily routine.</a:t>
            </a:r>
          </a:p>
          <a:p>
            <a:r>
              <a:rPr lang="en-US" sz="1800" b="1" dirty="0"/>
              <a:t>Real-Time Feedback Loop</a:t>
            </a:r>
            <a:r>
              <a:rPr lang="en-US" sz="1800" dirty="0"/>
              <a:t> – Adapts recommendations based on user inputs, progress, and feedback to provide more relevant guidance.</a:t>
            </a:r>
          </a:p>
          <a:p>
            <a:r>
              <a:rPr lang="en-US" sz="1800" b="1" dirty="0"/>
              <a:t>Motivation &amp; Habit Building</a:t>
            </a:r>
            <a:r>
              <a:rPr lang="en-US" sz="1800" dirty="0"/>
              <a:t> – Provides daily motivation and encourages users to build healthy habits and maintain consistency.</a:t>
            </a:r>
          </a:p>
          <a:p>
            <a:r>
              <a:rPr lang="en-US" sz="1800" b="1" dirty="0"/>
              <a:t>Nutrition Support</a:t>
            </a:r>
            <a:r>
              <a:rPr lang="en-US" sz="1800" dirty="0"/>
              <a:t> – Suggests simple and nutritious meal ideas that complement the user's fitness goals.</a:t>
            </a:r>
          </a:p>
          <a:p>
            <a:r>
              <a:rPr lang="en-US" sz="1800" b="1" dirty="0"/>
              <a:t>Conversational Interaction</a:t>
            </a:r>
            <a:r>
              <a:rPr lang="en-US" sz="1800" dirty="0"/>
              <a:t> – Allows users to interact naturally with Fitness Buddy and receive fitness guidance whenever needed.</a:t>
            </a:r>
          </a:p>
          <a:p>
            <a:r>
              <a:rPr lang="en-US" sz="1800" b="1" dirty="0"/>
              <a:t>Scalable &amp; Accessible</a:t>
            </a:r>
            <a:r>
              <a:rPr lang="en-US" sz="1800" dirty="0"/>
              <a:t> – Built using </a:t>
            </a:r>
            <a:r>
              <a:rPr lang="en-US" sz="1800" b="1" dirty="0"/>
              <a:t>IBM watsonx.ai, IBM Granite models, and IBM Cloud Lite services</a:t>
            </a:r>
            <a:r>
              <a:rPr lang="en-US" sz="1800" dirty="0"/>
              <a:t>, with </a:t>
            </a:r>
            <a:r>
              <a:rPr lang="en-US" sz="1800" b="1" dirty="0"/>
              <a:t>IBM Bob</a:t>
            </a:r>
            <a:r>
              <a:rPr lang="en-US" sz="1800" dirty="0"/>
              <a:t> used to develop the intelligent fitness agent.</a:t>
            </a:r>
          </a:p>
          <a:p>
            <a:r>
              <a:rPr lang="en-US" sz="1800" dirty="0"/>
              <a:t>This makes Fitness Buddy a </a:t>
            </a:r>
            <a:r>
              <a:rPr lang="en-US" sz="1800" b="1" dirty="0"/>
              <a:t>smart, adaptive, and proactive digital fitness coach</a:t>
            </a:r>
            <a:r>
              <a:rPr lang="en-US" sz="1800" dirty="0"/>
              <a:t>, rather than just a basic workout recommendation tool.</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https://github.com/Hema-Sph/Fitness-Buddy</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b="1" dirty="0"/>
              <a:t>Future Scope</a:t>
            </a:r>
          </a:p>
          <a:p>
            <a:r>
              <a:rPr lang="en-US" sz="2000" b="1" dirty="0"/>
              <a:t>1. Integration with Wearables &amp; Fitness Devices –</a:t>
            </a:r>
            <a:endParaRPr lang="en-US" sz="2000" dirty="0"/>
          </a:p>
          <a:p>
            <a:r>
              <a:rPr lang="en-US" sz="2000" dirty="0"/>
              <a:t>The system can be integrated with smartwatches and fitness trackers to collect real-time data such as </a:t>
            </a:r>
            <a:r>
              <a:rPr lang="en-US" sz="2000" b="1" dirty="0"/>
              <a:t>steps, calories burned, heart rate, and sleep patterns</a:t>
            </a:r>
            <a:r>
              <a:rPr lang="en-US" sz="2000" dirty="0"/>
              <a:t>. This will enable Fitness Buddy to provide more accurate and personalized workout and lifestyle recommendations based on actual user activity.</a:t>
            </a:r>
          </a:p>
          <a:p>
            <a:endParaRPr lang="en-US" sz="2000" dirty="0"/>
          </a:p>
          <a:p>
            <a:endParaRPr lang="en-US" sz="2000" dirty="0"/>
          </a:p>
          <a:p>
            <a:r>
              <a:rPr lang="en-US" sz="2000" b="1" dirty="0"/>
              <a:t>2. AI-Powered Voice Assistant &amp; Multilingual Support –</a:t>
            </a:r>
            <a:endParaRPr lang="en-US" sz="2000" dirty="0"/>
          </a:p>
          <a:p>
            <a:r>
              <a:rPr lang="en-US" sz="2000" dirty="0"/>
              <a:t>Enhancing the system with a </a:t>
            </a:r>
            <a:r>
              <a:rPr lang="en-US" sz="2000" b="1" dirty="0"/>
              <a:t>voice-enabled assistant and multilingual support</a:t>
            </a:r>
            <a:r>
              <a:rPr lang="en-US" sz="2000" dirty="0"/>
              <a:t> will improve accessibility and usability. Users can interact naturally in their preferred language, making Fitness Buddy more inclusive and suitable for users from diverse backgrounds.</a:t>
            </a: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certificate(Getting Started with Artificial Intelligence)  </a:t>
            </a:r>
          </a:p>
        </p:txBody>
      </p:sp>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rcRect/>
          <a:stretch/>
        </p:blipFill>
        <p:spPr>
          <a:xfrm>
            <a:off x="2420597" y="1423459"/>
            <a:ext cx="6363015" cy="474448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175" r="175"/>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1564</Words>
  <Application>Microsoft Office PowerPoint</Application>
  <PresentationFormat>Widescreen</PresentationFormat>
  <Paragraphs>120</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POTTURI HEMA SPHOORTHI</cp:lastModifiedBy>
  <cp:revision>7</cp:revision>
  <dcterms:created xsi:type="dcterms:W3CDTF">2025-07-08T05:06:56Z</dcterms:created>
  <dcterms:modified xsi:type="dcterms:W3CDTF">2026-09-11T18:16:01Z</dcterms:modified>
</cp:coreProperties>
</file>